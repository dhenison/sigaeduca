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dizendo que a lista de papel e a tela são a mesma chamada. O que o professor consolida é o que o aluno vê no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Reforce: não são duas chamadas. O que foi salvo no celular aparece no computador, e o contrário também.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neste slide. O erro mais comum é consolidar sem revisar: o sistema entende silêncio como presença. E FJ sem texto volta com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ordem com a mão: entrada, saída, resultado. A saída não existe enquanto a entrada não foi consolidada, salvo o caso do reconhecimento facial no computador.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Domingo, feriado e recesso não abrem chamada no computador: a tela avisa que a data não é letiva. O painel serve para a coordenação ver, de longe, qual turma ainda não fechou 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escola usa reconhecimento facial, o professor não discute com a batida da portaria. A presença facial fica travada. O restante da turma segue a chamada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Evasão aqui não é um julgamento. É o registro automático: estava na entrada e não estava na saída. A ocorrência nasce em análise para a escola tratar.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para a família. Se o professor só consolida a entrada, o aluno e o responsável veem que a saída ficou pendente. O histórico também abre mês a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em vermelho claro é a que a coordenação mais pergunta. Estava na entrada e faltou na saída: falta no dia e ocorrência de evasão. Falta na entrada não vira evasão, mesmo que a saída esteja como presença.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a explicação caminhando estes seis passos em voz alta. Depois leia a coluna da direita como checklist, não como punição.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sem abrir dúvida técnica. Se perguntarem correção, volte ao slide do coordenador. Se perguntarem o aluno, volte ao slide do aplicativo do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C87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25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E8C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Frequência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chamada da turma, no computador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no celular do aluno.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965960" cy="420624"/>
          </a:xfrm>
          <a:prstGeom prst="roundRect">
            <a:avLst>
              <a:gd name="adj" fmla="val 50000"/>
            </a:avLst>
          </a:prstGeom>
          <a:solidFill>
            <a:srgbClr val="123A8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1605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4160520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123A86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41605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do professor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4160520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123A86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41605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do aluno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os professores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81160" y="1554480"/>
            <a:ext cx="1234440" cy="1234440"/>
          </a:xfrm>
          <a:prstGeom prst="ellipse">
            <a:avLst/>
          </a:prstGeom>
          <a:solidFill>
            <a:srgbClr val="0E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15544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281160" y="2880360"/>
            <a:ext cx="1234440" cy="123444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8803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9281160" y="4206240"/>
            <a:ext cx="1234440" cy="1234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42062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FJ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lugares, uma chamada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computador ou no celular do professor, é a chamada daquela turma, naquele dia. O aluno acompanha o resultado.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657600" cy="4617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92224"/>
            <a:ext cx="475488" cy="475488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414016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web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307238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da escola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352958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de entrada, de saída e o dia consolidado, lado a lado.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430682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dia: vermelho, amarelo ou verde em cada turma.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508406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 mês e destaque para quem está abaixo de 75%.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1536192"/>
            <a:ext cx="3657600" cy="4617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1792224"/>
            <a:ext cx="475488" cy="475488"/>
          </a:xfrm>
          <a:prstGeom prst="ellipse">
            <a:avLst/>
          </a:prstGeom>
          <a:solidFill>
            <a:srgbClr val="0E7A45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2414016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Aplicativo do professor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53712" y="307238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Celular, na sala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53712" y="352958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Frequência: a mesma chamada, sem ir até o computador.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53712" y="430682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 entrada. A saída só abre depois.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53712" y="508406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internet para salvar.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38160" y="1536192"/>
            <a:ext cx="3657600" cy="4617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94192" y="1792224"/>
            <a:ext cx="475488" cy="47548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94192" y="2414016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Aplicativo do aluno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94192" y="307238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do estudante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94192" y="352958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do ano, presenças, faltas e justificadas.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94192" y="430682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 escolhido: entrada, saída e o resultado.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94192" y="508406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saída não fechou, o aluno vê que o dia ainda está aberto.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  ·  Frequência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332720" y="6473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marcas em cada aluno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entrada e de novo na saída. O dia do aluno sai dessas duas marcas.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00784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E7A45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00784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13232" y="292608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Presença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3401568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está na aula. Se você não marcar ninguém, a consolidação grava presença.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65760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00784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B42318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700784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53712" y="292608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Falta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53712" y="3401568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não está. Presença na entrada e falta na saída contam como falta no dia.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65760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1700784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1700784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FJ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94192" y="292608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Falta justificada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94192" y="3401568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com motivo escrito. Sem o motivo, a chamada não consolida.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47120" cy="1170432"/>
          </a:xfrm>
          <a:prstGeom prst="roundRect">
            <a:avLst>
              <a:gd name="adj" fmla="val 7813"/>
            </a:avLst>
          </a:prstGeom>
          <a:solidFill>
            <a:srgbClr val="00236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2303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consolidar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555955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ficar sem marca entra como presença. Falta justificada sem o motivo escrito não salva.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  ·  Frequência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332720" y="6473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dia em três passos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é salvar e fechar aquela etapa.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3127248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Entrada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2880360"/>
            <a:ext cx="31455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começo da aula, marque a turma e toque em Consolidar Entrada.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657600" cy="3127248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53712" y="23317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Saída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53712" y="2880360"/>
            <a:ext cx="31455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abre depois da entrada. Começa igual à entrada: mude só quem saiu diferente.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657600" cy="3127248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94192" y="23317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 consolidado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94192" y="2880360"/>
            <a:ext cx="31455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presentes e ausentes do dia. Se houve evasão, o aviso aparece aqui.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773168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9560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saída copia a entrada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" y="535838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marca a turma inteira de novo. A saída já vem com as marcas da entrada. Ajuste quem foi embora, quem chegou depois ou quem tem justificativa, e consolide.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  ·  Frequência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0" y="6473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computador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7782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Frequência  ·  Controle de Frequência. Escolha turno, turma e o dia.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36576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49961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Chamada de Entrada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" y="1901952"/>
            <a:ext cx="3218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P, F ou FJ e consolide. Quem já bateu o ponto no reconhecimento facial permanece fechado.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35024"/>
            <a:ext cx="36576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149961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Chamada de Saída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17136" y="1901952"/>
            <a:ext cx="3218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turma libera depois da entrada. Quem já entrou pelo facial pode ter a saída registrada na hora.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335024"/>
            <a:ext cx="36576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7616" y="149961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 Consolidado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57616" y="1901952"/>
            <a:ext cx="3218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Presentes finais, ausentes finais e o aviso, se a chamada gerou evasão.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56235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7307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Painel das turmas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" y="4224528"/>
            <a:ext cx="256032" cy="256032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1696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7480" y="4169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chamada neste dia.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13232" y="4846320"/>
            <a:ext cx="256032" cy="25603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7914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97480" y="4791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feita. Falta a saída.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3232" y="5468112"/>
            <a:ext cx="256032" cy="256032"/>
          </a:xfrm>
          <a:prstGeom prst="ellipse">
            <a:avLst/>
          </a:prstGeom>
          <a:solidFill>
            <a:srgbClr val="0E7A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413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97480" y="5413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consolidado.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63640" y="3584448"/>
            <a:ext cx="54406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73075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rodapé da tela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415137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presença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438912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mês, da turma que está aberta.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479145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Faltas críticas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502920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com frequência abaixo de 75%.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543153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92240" y="566928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Faltas justificadas no período.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  ·  Frequência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332720" y="6473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celular do professor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778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Frequência. A chamada de entrada abre primeiro.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457200" cy="45720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33502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dia, o turno e a turma.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457200" cy="45720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12140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Realizar chamada de entrada.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457200" cy="45720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29077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P, F ou FJ. Na justificada, escreva o motivo.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694176"/>
            <a:ext cx="457200" cy="45720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369417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Consolidar Entrada.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480560"/>
            <a:ext cx="457200" cy="45720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44805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aparece. Ajuste e toque em Consolidar Saída.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5266944"/>
            <a:ext cx="457200" cy="45720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5568" y="526694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confirma: a chamada de entrada e de saída foi realizada.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52360" y="1335024"/>
            <a:ext cx="4251960" cy="471830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5361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sala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80960" y="20299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0" y="228600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conexão, a chamada não salva. A faixa avisa no topo.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29900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80960" y="324612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na foto do aluno para ampliar, se houver cadastro.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80960" y="39502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80960" y="420624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registrou na portaria aparece fechado. Essa marca não muda.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80960" y="49103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80960" y="516636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consolidada fica como realizada. Não reabre no celular.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  ·  Frequência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332720" y="6473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de consolidar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778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chamada deixa de ser rascunho. Estas quatro coisas passam a valer.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5669280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5361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186537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etapa fecha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4944" y="2340864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celular, a entrada ou a saída aparece como realizada. No computador, a coluna fica consolidada.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353312"/>
            <a:ext cx="5669280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15361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47104" y="186537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Corrigir é com o coordenador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47104" y="2340864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desbloqueio fica no computador: Desbloquear Entrada ou Desbloquear Saída. Não volta sozinho no aplicativo.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5669280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931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" y="426110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saída nasce da entrada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4944" y="4736592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marcas copiadas ainda podem ser ajustadas. Só a consolidação da saída grava o fim do dia.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3749040"/>
            <a:ext cx="5669280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3931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47104" y="426110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Evasão vira ocorrência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47104" y="4736592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na entrada e falta na saída gera ocorrência de evasão, em análise, com a data e a turma.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  ·  Frequência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332720" y="6473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aluno vê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7782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Frequência. O ano em percentual e, no dia escolhido, entrada, saída e o resultado.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48920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5179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1901952"/>
            <a:ext cx="1234440" cy="1234440"/>
          </a:xfrm>
          <a:prstGeom prst="ellipse">
            <a:avLst/>
          </a:prstGeom>
          <a:solidFill>
            <a:srgbClr val="E8F6EE"/>
          </a:solidFill>
          <a:ln w="38100">
            <a:solidFill>
              <a:srgbClr val="0E7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01952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E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2029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presenças do ano.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76272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39312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dia escolhido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" y="42245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42245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Presente, Falta ou Justificada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47914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479145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segunda marca do mesmo dia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535838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consolidado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53583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que entra na conta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32120" y="1335024"/>
            <a:ext cx="617220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499616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Entrada ainda não feita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60720" y="1865376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chamada de entrada ainda não foi realizada.”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532120" y="2999232"/>
            <a:ext cx="617220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163824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Só a entrada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60720" y="3529584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entrada foi realizada. A saída ainda não foi feita.”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532120" y="4663440"/>
            <a:ext cx="617220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4828032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 fechado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760720" y="5193792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chamada de entrada e de saída foi realizada.”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  ·  Frequência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332720" y="6473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dia é contado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entrada e saída já estão consolidadas.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470916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55778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101600" marB="1016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101600" marB="1016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dia conta como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101600" marB="1016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E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Presença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E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Presença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justificada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E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Presença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Falta, e gera ocorrência de evasão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E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Presença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E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Presença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E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Presença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27000" marT="76200" marB="76200" anchor="ctr">
                    <a:lnL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  ·  Frequência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332720" y="6473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sala de aula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6692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2801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2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caminho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365760" cy="36576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computador ou o aplicativo do professor.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2487168"/>
            <a:ext cx="365760" cy="36576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4871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dia, o turno e a turma.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" y="3145536"/>
            <a:ext cx="365760" cy="36576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1455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a entrada e consolide.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" y="3803904"/>
            <a:ext cx="365760" cy="36576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8039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 da aula, ajuste a saída e consolide.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462272"/>
            <a:ext cx="365760" cy="36576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4622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 dia consolidado.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9808" y="5120640"/>
            <a:ext cx="365760" cy="365760"/>
          </a:xfrm>
          <a:prstGeom prst="ellipse">
            <a:avLst/>
          </a:prstGeom>
          <a:solidFill>
            <a:srgbClr val="00236F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120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já pode abrir a Frequência no celular.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1097280"/>
            <a:ext cx="5394960" cy="5074920"/>
          </a:xfrm>
          <a:prstGeom prst="roundRect">
            <a:avLst>
              <a:gd name="adj" fmla="val 1802"/>
            </a:avLst>
          </a:prstGeom>
          <a:solidFill>
            <a:srgbClr val="FFFB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12801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consolidar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547104" y="18470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os ausentes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47104" y="21214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Silêncio vira presença.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47104" y="26334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motivo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47104" y="290779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 sem texto não salva.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47104" y="341985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Olhe a saída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47104" y="36941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copiou a entrada. Mude quem saiu.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47104" y="4206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internet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47104" y="44805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celular, sem rede não grava.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47104" y="49926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não letivo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47104" y="526694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computador, feriado e recesso bloqueiam a chamada.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  ·  Frequência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332720" y="6473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C87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E8C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EDUCA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aluno vê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 consolidou.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Computador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3708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turma do dia, com entrada, saída e o painel.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39776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celular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43708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chamada, na sala, com internet.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0" y="39776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Celular do aluno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0" y="43708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resultado, assim que as duas etapas fecham.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 ·  para os professores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Frequência no SIGA EDUCA</dc:title>
  <dc:subject>Apresentação para professores sobre a chamada no sistema web e nos aplicativos</dc:subject>
  <dc:creator>SIGA EDUCA</dc:creator>
  <cp:lastModifiedBy>SIGA EDUCA</cp:lastModifiedBy>
  <cp:revision>1</cp:revision>
  <dcterms:created xsi:type="dcterms:W3CDTF">2026-09-30T16:18:48Z</dcterms:created>
  <dcterms:modified xsi:type="dcterms:W3CDTF">2026-09-30T16:18:48Z</dcterms:modified>
</cp:coreProperties>
</file>